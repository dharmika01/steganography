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8"/>
  </p:notesMasterIdLst>
  <p:sldIdLst>
    <p:sldId id="256" r:id="rId5"/>
    <p:sldId id="2146847054" r:id="rId6"/>
    <p:sldId id="262" r:id="rId7"/>
    <p:sldId id="263" r:id="rId8"/>
    <p:sldId id="265" r:id="rId9"/>
    <p:sldId id="2146847057" r:id="rId10"/>
    <p:sldId id="2146847060" r:id="rId11"/>
    <p:sldId id="2146847063" r:id="rId12"/>
    <p:sldId id="2146847062" r:id="rId13"/>
    <p:sldId id="2146847064" r:id="rId14"/>
    <p:sldId id="2146847061" r:id="rId15"/>
    <p:sldId id="2146847055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96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2/25/2025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2/25/2025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2/25/2025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Steganography Tool – Hide Secret Text Message Inside Image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 Dharmika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 : Dharmika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 &amp; Department : Bharat Institute of Engineering and Technology &amp; CSE </a:t>
            </a: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Technology used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Wow factor </a:t>
            </a:r>
            <a:endParaRPr lang="en-US" sz="2000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End users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Conclusion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Git-hub Link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Future scope</a:t>
            </a:r>
          </a:p>
          <a:p>
            <a:pPr marL="0" indent="0">
              <a:buNone/>
            </a:pPr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 fontScale="77500" lnSpcReduction="20000"/>
          </a:bodyPr>
          <a:lstStyle/>
          <a:p>
            <a:r>
              <a:rPr lang="en-US" sz="3200" b="1" dirty="0"/>
              <a:t>Problem</a:t>
            </a:r>
            <a:r>
              <a:rPr lang="en-US" sz="3200" dirty="0"/>
              <a:t>:</a:t>
            </a:r>
            <a:br>
              <a:rPr lang="en-US" sz="3200" dirty="0"/>
            </a:br>
            <a:r>
              <a:rPr lang="en-US" sz="3200" dirty="0"/>
              <a:t>In an increasingly digital world, data security and privacy have become major concerns. Traditional methods of communication can be intercepted easily. Steganography provides a way to hide sensitive information inside seemingly harmless files (like images) to enhance security.</a:t>
            </a:r>
          </a:p>
          <a:p>
            <a:r>
              <a:rPr lang="en-US" sz="3200" b="1" dirty="0"/>
              <a:t>Objective</a:t>
            </a:r>
            <a:r>
              <a:rPr lang="en-US" sz="3200" dirty="0"/>
              <a:t>:</a:t>
            </a:r>
            <a:br>
              <a:rPr lang="en-US" sz="3200" dirty="0"/>
            </a:br>
            <a:r>
              <a:rPr lang="en-US" sz="3200" dirty="0"/>
              <a:t>To build a Python-based GUI tool that allows users to hide secret messages within images using </a:t>
            </a:r>
            <a:r>
              <a:rPr lang="en-US" sz="3200" b="1" dirty="0"/>
              <a:t>Least Significant Bit (LSB) Steganography</a:t>
            </a:r>
            <a:r>
              <a:rPr lang="en-US" sz="3200" dirty="0"/>
              <a:t>. This ensures secure communication by embedding the message inside an image, which can only be extracted with the correct method.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 used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Python</a:t>
            </a:r>
            <a:r>
              <a:rPr lang="en-US" dirty="0"/>
              <a:t>: The programming language used for the backend logic.</a:t>
            </a:r>
          </a:p>
          <a:p>
            <a:pPr>
              <a:buFont typeface="+mj-lt"/>
              <a:buAutoNum type="arabicPeriod"/>
            </a:pPr>
            <a:r>
              <a:rPr lang="en-US" b="1" dirty="0" err="1"/>
              <a:t>Tkinter</a:t>
            </a:r>
            <a:r>
              <a:rPr lang="en-US" dirty="0"/>
              <a:t>: For building the Graphical User Interface (GUI).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Pillow</a:t>
            </a:r>
            <a:r>
              <a:rPr lang="en-US" dirty="0"/>
              <a:t>: Python library for image processing (used to load and manipulate images).</a:t>
            </a:r>
          </a:p>
          <a:p>
            <a:pPr>
              <a:buFont typeface="+mj-lt"/>
              <a:buAutoNum type="arabicPeriod"/>
            </a:pPr>
            <a:r>
              <a:rPr lang="en-US" b="1" dirty="0" err="1"/>
              <a:t>Bitarray</a:t>
            </a:r>
            <a:r>
              <a:rPr lang="en-US" dirty="0"/>
              <a:t>: To handle and convert text messages into binary format for encoding and decoding.</a:t>
            </a:r>
          </a:p>
          <a:p>
            <a:pPr>
              <a:buFont typeface="+mj-lt"/>
              <a:buAutoNum type="arabicPeriod"/>
            </a:pPr>
            <a:r>
              <a:rPr lang="en-US" b="1" dirty="0" err="1"/>
              <a:t>filedialog</a:t>
            </a:r>
            <a:r>
              <a:rPr lang="en-US" dirty="0"/>
              <a:t>: To help users browse and select files for encoding and decoding images.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71730"/>
            <a:ext cx="11029616" cy="5302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Wow factors</a:t>
            </a:r>
            <a:endParaRPr lang="en-US" sz="32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b="1" dirty="0"/>
              <a:t>User-friendly GUI</a:t>
            </a:r>
            <a:r>
              <a:rPr lang="en-US" sz="2000" dirty="0"/>
              <a:t>: A simple and intuitive interface that allows easy interaction for encoding and decoding messages.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Image Security</a:t>
            </a:r>
            <a:r>
              <a:rPr lang="en-US" sz="2000" dirty="0"/>
              <a:t>: The tool uses </a:t>
            </a:r>
            <a:r>
              <a:rPr lang="en-US" sz="2000" b="1" dirty="0"/>
              <a:t>LSB steganography</a:t>
            </a:r>
            <a:r>
              <a:rPr lang="en-US" sz="2000" dirty="0"/>
              <a:t>, which is a hidden yet effective way of concealing messages inside an image.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Real-time encoding/decoding</a:t>
            </a:r>
            <a:r>
              <a:rPr lang="en-US" sz="2000" dirty="0"/>
              <a:t>: Instant visual feedback where users can see the image with the encoded message and decode it back easily.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986D-DBC5-8220-FE6F-7F2ABC7C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End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79E23-F86A-AFA9-FE9C-7F5A518E8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Security Enthusiasts</a:t>
            </a:r>
            <a:r>
              <a:rPr lang="en-US" dirty="0"/>
              <a:t>: People looking to enhance communication security without needing advanced encryption techniques.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Students &amp; Researchers</a:t>
            </a:r>
            <a:r>
              <a:rPr lang="en-US" dirty="0"/>
              <a:t>: For learning and exploring the concepts of steganography and image processing.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Companies</a:t>
            </a:r>
            <a:r>
              <a:rPr lang="en-US" dirty="0"/>
              <a:t>: Especially in secure communications, such as internal messages or protecting sensitive intellectual property.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Anyone Concerned with Privacy</a:t>
            </a:r>
            <a:r>
              <a:rPr lang="en-US" dirty="0"/>
              <a:t>: People looking for an easy and secure way to send private messages without relying on traditional encryption.</a:t>
            </a:r>
          </a:p>
        </p:txBody>
      </p:sp>
    </p:spTree>
    <p:extLst>
      <p:ext uri="{BB962C8B-B14F-4D97-AF65-F5344CB8AC3E}">
        <p14:creationId xmlns:p14="http://schemas.microsoft.com/office/powerpoint/2010/main" val="381904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070C-FF0D-BBE3-3D8A-C3794CCCE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Results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27CBF78-7E8D-8413-6F71-BD2743F7DF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371675"/>
            <a:ext cx="10706401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Encoding &amp; Decoding Functionality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secret message is successfully embedded in an image and retrieved without distortion.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Integrity Maintained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image remains visually unchanged, and the secret message is hidden in the least significant bits of the pixel data.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 Success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Users can easily input the image, type a message, and hide or extract the message using the interactive GUI. </a:t>
            </a:r>
          </a:p>
        </p:txBody>
      </p:sp>
    </p:spTree>
    <p:extLst>
      <p:ext uri="{BB962C8B-B14F-4D97-AF65-F5344CB8AC3E}">
        <p14:creationId xmlns:p14="http://schemas.microsoft.com/office/powerpoint/2010/main" val="208371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27E9-BF08-3F2E-427F-0187FC2BF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6CA0-BA78-2082-5120-F188475E7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8481ED-97A2-BE1E-11FA-EF4B78798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799" y="3805134"/>
            <a:ext cx="3922051" cy="24512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A55C0D-AEE1-4314-BF7C-AD9CA3846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3995365"/>
            <a:ext cx="4272251" cy="22610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ADAD1D-7559-8834-4FE3-E186164E9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2558" y="1410048"/>
            <a:ext cx="3307677" cy="206729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8AFB336-54E1-5DF9-7ABC-E0BD4D176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136" y="1474779"/>
            <a:ext cx="3226087" cy="20163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7F314F-EC3A-9D6B-9A44-14F16C3E98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431" y="1560240"/>
            <a:ext cx="3067370" cy="191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13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6B3D-1072-C2D2-EBFE-E33CABE3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Result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C67416-C956-9105-A8B8-F8009270C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78" y="2125692"/>
            <a:ext cx="4932571" cy="3082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E15F9C-F57E-134A-C1DE-5B8E81FEE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378" y="2125692"/>
            <a:ext cx="4932571" cy="308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82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09D41-4680-460A-D980-ECAF741C9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52AC8-B49C-053E-6CBA-1D3E393FF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A648-6DFC-099D-1780-709EE5EC4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project showcases a simple but effective application of steganography, which hides data inside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tool is implemented using Python and offers both encoding and decoding capabilities with an easy-to-use graphical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demonstrates how Python can be used in practical applications like securing private messages, providing an additional layer of communication privacy.</a:t>
            </a:r>
          </a:p>
          <a:p>
            <a:pPr marL="0" indent="0">
              <a:buNone/>
            </a:pPr>
            <a:r>
              <a:rPr lang="en-US" dirty="0"/>
              <a:t>By using </a:t>
            </a:r>
            <a:r>
              <a:rPr lang="en-US" b="1" dirty="0"/>
              <a:t>LSB Steganography</a:t>
            </a:r>
            <a:r>
              <a:rPr lang="en-US" dirty="0"/>
              <a:t>, the hidden message remains almost invisible, which enhances security.</a:t>
            </a:r>
          </a:p>
        </p:txBody>
      </p:sp>
    </p:spTree>
    <p:extLst>
      <p:ext uri="{BB962C8B-B14F-4D97-AF65-F5344CB8AC3E}">
        <p14:creationId xmlns:p14="http://schemas.microsoft.com/office/powerpoint/2010/main" val="575927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F08C-D61F-627D-C4E5-397E3E84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299DD-46FA-7866-41D8-C1BFCC2F6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GitHub Repository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You can access the complete source code and project files here:</a:t>
            </a:r>
          </a:p>
          <a:p>
            <a:pPr marL="0" indent="0">
              <a:buNone/>
            </a:pPr>
            <a:r>
              <a:rPr lang="en-US" dirty="0"/>
              <a:t>https://github.com/Dharmika01/Steganography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664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11B218-D3A0-209A-A33C-DE5D49A68F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3" y="1540678"/>
            <a:ext cx="9462218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for Multiple File Formats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Extend the project to work with more file types (e.g., audio, video, and text files) for more diverse steganographic applications.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Encoding Techniques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Implement advanced methods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 steganography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cryptography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added security.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Add a feature for authenticating users before encoding or decoding to prevent unauthorized use.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Compression and Encryption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Integrate message compression and encryption techniques to further secure the hidden message.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Extend the project to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app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allows users to encode/decode messages directly in the browser. 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0265f8-c5e2-4918-b4a1-b977299ca3e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0268AC5E70984D8FE60B7154176407" ma:contentTypeVersion="15" ma:contentTypeDescription="Create a new document." ma:contentTypeScope="" ma:versionID="104e359103f0f57b1cf9676756e5b944">
  <xsd:schema xmlns:xsd="http://www.w3.org/2001/XMLSchema" xmlns:xs="http://www.w3.org/2001/XMLSchema" xmlns:p="http://schemas.microsoft.com/office/2006/metadata/properties" xmlns:ns3="b30265f8-c5e2-4918-b4a1-b977299ca3e2" xmlns:ns4="fadb41d3-f9cb-40fb-903c-8cacaba95bb5" targetNamespace="http://schemas.microsoft.com/office/2006/metadata/properties" ma:root="true" ma:fieldsID="5615b8f8aa772998bad551f24a33de0e" ns3:_="" ns4:_="">
    <xsd:import namespace="b30265f8-c5e2-4918-b4a1-b977299ca3e2"/>
    <xsd:import namespace="fadb41d3-f9cb-40fb-903c-8cacaba95bb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0265f8-c5e2-4918-b4a1-b977299ca3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db41d3-f9cb-40fb-903c-8cacaba95bb5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fadb41d3-f9cb-40fb-903c-8cacaba95bb5"/>
    <ds:schemaRef ds:uri="http://purl.org/dc/terms/"/>
    <ds:schemaRef ds:uri="b30265f8-c5e2-4918-b4a1-b977299ca3e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DD71778-17EE-4151-88AE-C8F4E8043B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0265f8-c5e2-4918-b4a1-b977299ca3e2"/>
    <ds:schemaRef ds:uri="fadb41d3-f9cb-40fb-903c-8cacaba95b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58</TotalTime>
  <Words>648</Words>
  <Application>Microsoft Office PowerPoint</Application>
  <PresentationFormat>Widescreen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Franklin Gothic Book</vt:lpstr>
      <vt:lpstr>Franklin Gothic Demi</vt:lpstr>
      <vt:lpstr>Wingdings</vt:lpstr>
      <vt:lpstr>Wingdings 2</vt:lpstr>
      <vt:lpstr>DividendVTI</vt:lpstr>
      <vt:lpstr>Steganography Tool – Hide Secret Text Message Inside Image</vt:lpstr>
      <vt:lpstr>OUTLINE</vt:lpstr>
      <vt:lpstr>Problem Statement</vt:lpstr>
      <vt:lpstr>Technology  used</vt:lpstr>
      <vt:lpstr>Wow factors</vt:lpstr>
      <vt:lpstr>End users</vt:lpstr>
      <vt:lpstr>Results</vt:lpstr>
      <vt:lpstr>Results</vt:lpstr>
      <vt:lpstr>Result</vt:lpstr>
      <vt:lpstr>Conclusion</vt:lpstr>
      <vt:lpstr>GitHub Link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Dharmika Katta</cp:lastModifiedBy>
  <cp:revision>28</cp:revision>
  <dcterms:created xsi:type="dcterms:W3CDTF">2021-05-26T16:50:10Z</dcterms:created>
  <dcterms:modified xsi:type="dcterms:W3CDTF">2025-02-25T10:36:01Z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0x0101007F0268AC5E70984D8FE60B7154176407</vt:lpwstr>
  </property>
</Properties>
</file>